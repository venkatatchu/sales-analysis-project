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1B5F-278D-C8BE-F88E-32617D835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996C0-A2A3-82DC-99B5-75004C686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BA052-B5D0-EE0E-73C0-512ECE32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88A62-BD4F-989A-15BF-9C5A2BB2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0AE57-DE7F-85D9-BF33-D7DAAD92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5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EAB42-04A4-6176-F3D6-085FE19B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F13DC-22B7-F8B5-35EF-C32524B0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D9B62-35A9-A2A9-81B8-9160BCFF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29082-BD63-230B-80CB-A75E13771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6B6C8-841A-6595-612A-9FB8883B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54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3386-CC9E-5B1F-7497-45D3B0C6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CEBC8-8B1F-220D-2CDC-BC3F3103B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72902-D1D8-E9D1-D581-742CCADA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19083-7942-3274-A1DE-D738BBDB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7DD0B-6CCF-5D70-40C5-D53DE7286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59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D3C4-D972-CF28-DF9F-E53BD99B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314A6-5FD7-A012-2E2E-BEAD57A2E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45F10-8C35-59CC-5689-481A844A8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B7F88-508B-6BF4-8697-3AB66476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9FBEE-C0DB-6B29-A6AC-3F54D7EF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7CC27-490E-8B36-A49D-57E9E2411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82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2A08-46A1-1A2F-FAE5-FDD92EAB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F7C41-15B4-E289-5A7B-BFF3DF352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D22ED-6549-919E-E74C-04087CD16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D1463-210D-6962-E987-21885ABA6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08BE9-709E-6FFB-4CBA-1F6D45726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168BE9-2D6A-A553-900C-FE47D8B8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5E1281-037A-5693-CE96-85204205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A82C81-E850-88C1-9E0E-C5F6CE0F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543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355B-3C40-3CDE-4087-D331D143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AD34A-8FD8-F7A4-3B24-6F4B12F3B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D0BAC-C449-B682-81A1-FD1704CD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B8976-AABC-8B76-3E57-61F08041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43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4C8CC3-4153-20BC-4C1C-5984CE07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A4AC6-7241-30C1-3346-DA6CBBE3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59592-781E-D57A-415B-A3A7AF81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96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8D72-3120-E380-4720-FED437FE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226D6-71E9-EB50-549D-B6B6BD776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A2B20-408F-5F5E-3C80-9DDF84663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F7F45-D8A4-E972-2A31-BF8B579E9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A2DCD-C53D-3DDA-20A2-A3DBED0A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4FAB9-FDB4-2D18-CFA7-A9317E19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764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2F88-56E7-1E1D-6536-D2999291C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15593F-937B-D953-4793-1BB9C5FC2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B5BDB-574E-7AFB-46F9-D40B5C35C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BE51A-F5D3-16A5-2015-07B802090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21BB3-20EC-1884-FF73-0E3D5CAE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007E8-EFEB-FAEA-CA40-4E3A16A37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22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9ECC0-45BF-E53F-A0CA-82F5357B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34284A-5400-8BBA-F435-0960DB01F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F35A7-08DE-E4FF-C9FF-0EDA79D8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031B-7842-3CE4-C654-1FE0DBEFF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0EBB7-47D3-88BC-D522-C0D7E2A7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559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B306E-80FF-F1A1-01D9-9D40910BE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3D864-C949-9B14-E8D3-68981394A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059EB-A520-E0AE-4EC1-467C1D5F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2F6AE-DA74-4031-7E5E-4F01DE97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2DFD7-F4DE-4023-E3B5-DEE62961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08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103F15-4AA4-3A7E-7D50-6061C81FB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785C2-2960-1574-A464-EA41C417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AEDAB-C692-3202-6BFC-8DAD9E6AB4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C1E45-7A0C-4C1F-B723-77658B7EBE8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C774-2270-842A-8B96-FDA7CFAB0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3230C-16A0-F6EA-1C88-CD080DC2E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8BB76-A175-48BD-8954-2393B0B4B6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40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9EE2-AEF8-AA54-8CE3-0C0EF009E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A4D00-E1EC-4AE4-B11D-5342F7F176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5DC9CD-30D2-CFC2-8907-CBA9F1DA7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063"/>
            <a:ext cx="12192000" cy="650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9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3B81-8E51-EF42-6AE5-5451601A3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2C4150-A4C5-842C-783D-FD585626D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5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9201-2488-B7F8-2C24-80E53698F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87A7CD-0D27-0E24-67D9-9A5EA946B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1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65254-B443-0DB7-52CB-54C4F9536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828315-9382-644E-4303-AC2E254A1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5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95B6E-E508-6EBE-5881-76E05A3D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051E32-B9CA-5949-CF8D-201938F9B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857" y="2202818"/>
            <a:ext cx="6302286" cy="35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90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3C10A-EE42-A306-764A-BB7A6444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56B80E-18ED-7397-63F8-516B0AC90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7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884-0309-8F08-F867-B228002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BC73EC-55A1-970F-1039-FE06624F6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66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57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CHARTS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atchu venkat</dc:creator>
  <cp:lastModifiedBy>atchu venkat</cp:lastModifiedBy>
  <cp:revision>1</cp:revision>
  <dcterms:created xsi:type="dcterms:W3CDTF">2026-06-10T18:01:06Z</dcterms:created>
  <dcterms:modified xsi:type="dcterms:W3CDTF">2026-06-10T18:01:07Z</dcterms:modified>
</cp:coreProperties>
</file>